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10"/>
  </p:notesMasterIdLst>
  <p:handoutMasterIdLst>
    <p:handoutMasterId r:id="rId11"/>
  </p:handoutMasterIdLst>
  <p:sldIdLst>
    <p:sldId id="298" r:id="rId4"/>
    <p:sldId id="283" r:id="rId5"/>
    <p:sldId id="299" r:id="rId6"/>
    <p:sldId id="284" r:id="rId7"/>
    <p:sldId id="300" r:id="rId8"/>
    <p:sldId id="296" r:id="rId9"/>
  </p:sldIdLst>
  <p:sldSz cx="12192000" cy="6858000"/>
  <p:notesSz cx="6858000" cy="9144000"/>
  <p:defaultTextStyle>
    <a:defPPr rtl="0">
      <a:defRPr lang="th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574" autoAdjust="0"/>
  </p:normalViewPr>
  <p:slideViewPr>
    <p:cSldViewPr snapToGrid="0">
      <p:cViewPr varScale="1">
        <p:scale>
          <a:sx n="96" d="100"/>
          <a:sy n="96" d="100"/>
        </p:scale>
        <p:origin x="72" y="4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76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1A65640-C42A-4FC4-A43D-D8EF7957A410}" type="datetime1">
              <a:rPr lang="th-TH" smtClean="0">
                <a:latin typeface="Leelawadee" panose="020B0502040204020203" pitchFamily="34" charset="-34"/>
                <a:cs typeface="Leelawadee" panose="020B0502040204020203" pitchFamily="34" charset="-34"/>
              </a:rPr>
              <a:t>14/10/64</a:t>
            </a:fld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th-TH" smtClean="0">
                <a:latin typeface="Leelawadee" panose="020B0502040204020203" pitchFamily="34" charset="-34"/>
                <a:cs typeface="Leelawadee" panose="020B0502040204020203" pitchFamily="34" charset="-34"/>
              </a:rPr>
              <a:t>‹#›</a:t>
            </a:fld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endParaRPr lang="th-TH" noProof="0" dirty="0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fld id="{700B8C11-B12C-45FD-9283-CF7692325B9E}" type="datetime1">
              <a:rPr lang="th-TH" noProof="0" smtClean="0"/>
              <a:pPr/>
              <a:t>14/10/64</a:t>
            </a:fld>
            <a:endParaRPr lang="th-TH" noProof="0" dirty="0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h-TH" noProof="0" dirty="0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h-TH" noProof="0" dirty="0"/>
              <a:t>แก้ไขสไตล์ข้อความชื่อเรื่องหลัก</a:t>
            </a:r>
          </a:p>
          <a:p>
            <a:pPr lvl="1" rtl="0"/>
            <a:r>
              <a:rPr lang="th-TH" noProof="0" dirty="0"/>
              <a:t>ระดับที่สอง</a:t>
            </a:r>
          </a:p>
          <a:p>
            <a:pPr lvl="2" rtl="0"/>
            <a:r>
              <a:rPr lang="th-TH" noProof="0" dirty="0"/>
              <a:t>ระดับที่สาม</a:t>
            </a:r>
          </a:p>
          <a:p>
            <a:pPr lvl="3" rtl="0"/>
            <a:r>
              <a:rPr lang="th-TH" noProof="0" dirty="0"/>
              <a:t>ระดับที่สี่</a:t>
            </a:r>
          </a:p>
          <a:p>
            <a:pPr lvl="4" rtl="0"/>
            <a:r>
              <a:rPr lang="th-TH" noProof="0" dirty="0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endParaRPr lang="th-TH" noProof="0" dirty="0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fld id="{8530193B-564F-4854-8A52-728F3FB19C85}" type="slidenum">
              <a:rPr lang="th-TH" noProof="0" smtClean="0"/>
              <a:pPr/>
              <a:t>‹#›</a:t>
            </a:fld>
            <a:endParaRPr lang="th-TH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Leelawadee" panose="020B0502040204020203" pitchFamily="34" charset="-34"/>
        <a:ea typeface="+mn-ea"/>
        <a:cs typeface="Leelawadee" panose="020B0502040204020203" pitchFamily="34" charset="-34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Leelawadee" panose="020B0502040204020203" pitchFamily="34" charset="-34"/>
        <a:ea typeface="+mn-ea"/>
        <a:cs typeface="Leelawadee" panose="020B0502040204020203" pitchFamily="34" charset="-34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Leelawadee" panose="020B0502040204020203" pitchFamily="34" charset="-34"/>
        <a:ea typeface="+mn-ea"/>
        <a:cs typeface="Leelawadee" panose="020B0502040204020203" pitchFamily="34" charset="-34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Leelawadee" panose="020B0502040204020203" pitchFamily="34" charset="-34"/>
        <a:ea typeface="+mn-ea"/>
        <a:cs typeface="Leelawadee" panose="020B0502040204020203" pitchFamily="34" charset="-34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Leelawadee" panose="020B0502040204020203" pitchFamily="34" charset="-34"/>
        <a:ea typeface="+mn-ea"/>
        <a:cs typeface="Leelawadee" panose="020B0502040204020203" pitchFamily="34" charset="-34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h-TH" smtClean="0">
                <a:latin typeface="Leelawadee" panose="020B0502040204020203" pitchFamily="34" charset="-34"/>
                <a:cs typeface="Leelawadee" panose="020B0502040204020203" pitchFamily="34" charset="-34"/>
              </a:rPr>
              <a:t>1</a:t>
            </a:fld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44809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h-TH" smtClean="0">
                <a:latin typeface="Leelawadee" panose="020B0502040204020203" pitchFamily="34" charset="-34"/>
                <a:cs typeface="Leelawadee" panose="020B0502040204020203" pitchFamily="34" charset="-34"/>
              </a:rPr>
              <a:t>2</a:t>
            </a:fld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10002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h-TH" smtClean="0">
                <a:latin typeface="Leelawadee" panose="020B0502040204020203" pitchFamily="34" charset="-34"/>
                <a:cs typeface="Leelawadee" panose="020B0502040204020203" pitchFamily="34" charset="-34"/>
              </a:rPr>
              <a:t>3</a:t>
            </a:fld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16289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h-TH" smtClean="0">
                <a:latin typeface="Leelawadee" panose="020B0502040204020203" pitchFamily="34" charset="-34"/>
                <a:cs typeface="Leelawadee" panose="020B0502040204020203" pitchFamily="34" charset="-34"/>
              </a:rPr>
              <a:t>4</a:t>
            </a:fld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54547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h-TH" smtClean="0">
                <a:latin typeface="Leelawadee" panose="020B0502040204020203" pitchFamily="34" charset="-34"/>
                <a:cs typeface="Leelawadee" panose="020B0502040204020203" pitchFamily="34" charset="-34"/>
              </a:rPr>
              <a:t>5</a:t>
            </a:fld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71157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th-TH" smtClean="0">
                <a:latin typeface="Leelawadee" panose="020B0502040204020203" pitchFamily="34" charset="-34"/>
                <a:cs typeface="Leelawadee" panose="020B0502040204020203" pitchFamily="34" charset="-34"/>
              </a:rPr>
              <a:t>6</a:t>
            </a:fld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13156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สไลด์ชื่อเรื่อ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ตัวแทนรูปภาพ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rtl="0"/>
            <a:r>
              <a:rPr lang="th-TH" noProof="0" dirty="0"/>
              <a:t>แทรก หรือลากแล้วปล่อยรูปถ่ายของคุณที่นี่</a:t>
            </a:r>
          </a:p>
        </p:txBody>
      </p: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5000" b="1" spc="-300" dirty="0"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lvl="0" algn="r" rtl="0"/>
            <a:r>
              <a:rPr lang="th-TH" noProof="0" dirty="0"/>
              <a:t>คลิกเพื่อแก้ไขชื่อเรื่องงานนำเสนอ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marL="266700" lvl="0" indent="-266700" algn="ctr" rtl="0"/>
            <a:r>
              <a:rPr lang="th-TH" noProof="0"/>
              <a:t>คลิกเพื่อแก้ไขสไตล์ชื่อเรื่องรองต้นแบบ</a:t>
            </a:r>
            <a:endParaRPr lang="th-TH" noProof="0" dirty="0"/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ตัวคั่นสไลด์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ตัวแทนรูปภาพ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rtl="0"/>
            <a:r>
              <a:rPr lang="th-TH" noProof="0" dirty="0"/>
              <a:t>แทรก หรือลากแล้วปล่อย </a:t>
            </a:r>
            <a:br>
              <a:rPr lang="th-TH" noProof="0" dirty="0"/>
            </a:br>
            <a:r>
              <a:rPr lang="th-TH" noProof="0" dirty="0"/>
              <a:t>รูปถ่ายของคุณที่นี่</a:t>
            </a:r>
          </a:p>
        </p:txBody>
      </p: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lvl="0" algn="r" rtl="0"/>
            <a:r>
              <a:rPr lang="th-TH" noProof="0" dirty="0"/>
              <a:t>คลิกเพื่อแก้ไขตัวแบ่งส่วน</a:t>
            </a:r>
          </a:p>
        </p:txBody>
      </p:sp>
      <p:sp>
        <p:nvSpPr>
          <p:cNvPr id="7" name="ชื่อเรื่องรอง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th-TH" noProof="0" dirty="0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r>
              <a:rPr lang="th-TH" noProof="0" dirty="0"/>
              <a:t>เพิ่มท้ายกระดาษ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fld id="{19B51A1E-902D-48AF-9020-955120F399B6}" type="slidenum">
              <a:rPr lang="th-TH" noProof="0" smtClean="0"/>
              <a:pPr/>
              <a:t>‹#›</a:t>
            </a:fld>
            <a:endParaRPr lang="th-TH" noProof="0" dirty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ตัวคั่นสไลด์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ตัวแทนรูปภาพ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rtl="0"/>
            <a:r>
              <a:rPr lang="th-TH" noProof="0" dirty="0"/>
              <a:t>แทรก หรือลากแล้วปล่อย </a:t>
            </a:r>
            <a:br>
              <a:rPr lang="th-TH" noProof="0" dirty="0"/>
            </a:br>
            <a:r>
              <a:rPr lang="th-TH" noProof="0" dirty="0"/>
              <a:t>รูปถ่ายของคุณที่นี่</a:t>
            </a:r>
          </a:p>
        </p:txBody>
      </p:sp>
      <p:sp>
        <p:nvSpPr>
          <p:cNvPr id="3" name="ชื่อเรื่อง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rtl="0"/>
            <a:r>
              <a:rPr lang="th-TH" noProof="0" dirty="0"/>
              <a:t>คลิกเพื่อแก้ไขตัวแบ่งส่วน</a:t>
            </a:r>
          </a:p>
        </p:txBody>
      </p:sp>
      <p:sp>
        <p:nvSpPr>
          <p:cNvPr id="7" name="ชื่อเรื่องรอง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th-TH" noProof="0" dirty="0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r>
              <a:rPr lang="th-TH" noProof="0" dirty="0"/>
              <a:t>เพิ่มท้ายกระดาษ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fld id="{19B51A1E-902D-48AF-9020-955120F399B6}" type="slidenum">
              <a:rPr lang="th-TH" noProof="0" smtClean="0"/>
              <a:pPr/>
              <a:t>‹#›</a:t>
            </a:fld>
            <a:endParaRPr lang="th-TH" noProof="0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เค้าโครงรูปข้อความ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ตัวแทนรูปภาพ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rtl="0"/>
            <a:r>
              <a:rPr lang="th-TH" noProof="0" dirty="0"/>
              <a:t>แทรก หรือลากแล้วปล่อยรูปถ่ายของคุณ</a:t>
            </a:r>
          </a:p>
        </p:txBody>
      </p: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 rtlCol="0"/>
          <a:lstStyle>
            <a:lvl1pPr algn="r">
              <a:defRPr sz="4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rtl="0"/>
            <a:r>
              <a:rPr lang="th-TH" noProof="0" dirty="0"/>
              <a:t>แก้ไขชื่อเรื่องของหน้า</a:t>
            </a:r>
          </a:p>
        </p:txBody>
      </p:sp>
      <p:sp>
        <p:nvSpPr>
          <p:cNvPr id="10" name="ชื่อเรื่องรอง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h-TH" noProof="0" dirty="0"/>
              <a:t>ชื่อเรื่องรอง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68686"/>
            <a:ext cx="5472000" cy="2999426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5pPr>
          </a:lstStyle>
          <a:p>
            <a:pPr lvl="0" rtl="0"/>
            <a:r>
              <a:rPr lang="th-TH" noProof="0"/>
              <a:t>คลิกเพื่อแก้ไขสไตล์ของข้อความต้นแบบ</a:t>
            </a:r>
          </a:p>
          <a:p>
            <a:pPr lvl="1" rtl="0"/>
            <a:r>
              <a:rPr lang="th-TH" noProof="0"/>
              <a:t>ระดับที่สอง</a:t>
            </a:r>
          </a:p>
          <a:p>
            <a:pPr lvl="2" rtl="0"/>
            <a:r>
              <a:rPr lang="th-TH" noProof="0"/>
              <a:t>ระดับที่สาม</a:t>
            </a:r>
          </a:p>
          <a:p>
            <a:pPr lvl="3" rtl="0"/>
            <a:r>
              <a:rPr lang="th-TH" noProof="0"/>
              <a:t>ระดับที่สี่</a:t>
            </a:r>
          </a:p>
          <a:p>
            <a:pPr lvl="4" rtl="0"/>
            <a:r>
              <a:rPr lang="th-TH" noProof="0"/>
              <a:t>ระดับที่ห้า</a:t>
            </a:r>
            <a:endParaRPr lang="th-TH" noProof="0" dirty="0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r>
              <a:rPr lang="th-TH" noProof="0" dirty="0"/>
              <a:t>เพิ่มท้ายกระดาษ</a:t>
            </a: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fld id="{19B51A1E-902D-48AF-9020-955120F399B6}" type="slidenum">
              <a:rPr lang="th-TH" noProof="0" smtClean="0"/>
              <a:pPr/>
              <a:t>‹#›</a:t>
            </a:fld>
            <a:endParaRPr lang="th-TH" noProof="0" dirty="0"/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เค้าโครงรูปข้อความ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ตัวแทนรูปภาพ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rtl="0"/>
            <a:r>
              <a:rPr lang="th-TH" noProof="0" dirty="0"/>
              <a:t>แทรก หรือลากแล้วปล่อยรูปถ่ายของคุณ</a:t>
            </a:r>
          </a:p>
        </p:txBody>
      </p: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rtlCol="0"/>
          <a:lstStyle>
            <a:lvl1pPr algn="l">
              <a:defRPr sz="5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rtl="0"/>
            <a:r>
              <a:rPr lang="th-TH" noProof="0" dirty="0"/>
              <a:t>คลิกเพื่อแก้ไขชื่อเรื่องของหน้า</a:t>
            </a:r>
          </a:p>
        </p:txBody>
      </p:sp>
      <p:sp>
        <p:nvSpPr>
          <p:cNvPr id="10" name="ชื่อเรื่องรอง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h-TH" noProof="0" dirty="0"/>
              <a:t>ชื่อเรื่องรอง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5pPr>
          </a:lstStyle>
          <a:p>
            <a:pPr lvl="0" rtl="0"/>
            <a:r>
              <a:rPr lang="th-TH" noProof="0"/>
              <a:t>คลิกเพื่อแก้ไขสไตล์ของข้อความต้นแบบ</a:t>
            </a:r>
          </a:p>
          <a:p>
            <a:pPr lvl="1" rtl="0"/>
            <a:r>
              <a:rPr lang="th-TH" noProof="0"/>
              <a:t>ระดับที่สอง</a:t>
            </a:r>
          </a:p>
          <a:p>
            <a:pPr lvl="2" rtl="0"/>
            <a:r>
              <a:rPr lang="th-TH" noProof="0"/>
              <a:t>ระดับที่สาม</a:t>
            </a:r>
          </a:p>
          <a:p>
            <a:pPr lvl="3" rtl="0"/>
            <a:r>
              <a:rPr lang="th-TH" noProof="0"/>
              <a:t>ระดับที่สี่</a:t>
            </a:r>
          </a:p>
          <a:p>
            <a:pPr lvl="4" rtl="0"/>
            <a:r>
              <a:rPr lang="th-TH" noProof="0"/>
              <a:t>ระดับที่ห้า</a:t>
            </a:r>
            <a:endParaRPr lang="th-TH" noProof="0" dirty="0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r>
              <a:rPr lang="th-TH" noProof="0" dirty="0"/>
              <a:t>เพิ่มท้ายกระดาษ</a:t>
            </a: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fld id="{19B51A1E-902D-48AF-9020-955120F399B6}" type="slidenum">
              <a:rPr lang="th-TH" noProof="0" smtClean="0"/>
              <a:pPr/>
              <a:t>‹#›</a:t>
            </a:fld>
            <a:endParaRPr lang="th-TH" noProof="0" dirty="0"/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rtl="0"/>
            <a:r>
              <a:rPr lang="th-TH" noProof="0" dirty="0"/>
              <a:t>คลิกเพื่อแก้ไขชื่อเรื่องของหน้า</a:t>
            </a:r>
          </a:p>
        </p:txBody>
      </p:sp>
      <p:sp>
        <p:nvSpPr>
          <p:cNvPr id="9" name="ชื่อเรื่องรอง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h-TH" noProof="0" dirty="0"/>
              <a:t>ชื่อเรื่องรอง</a:t>
            </a:r>
          </a:p>
        </p:txBody>
      </p:sp>
      <p:sp>
        <p:nvSpPr>
          <p:cNvPr id="3" name="การเปรียบเทียบตัวแทนซ้าย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h-TH" noProof="0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5pPr>
          </a:lstStyle>
          <a:p>
            <a:pPr lvl="0" rtl="0"/>
            <a:r>
              <a:rPr lang="th-TH" noProof="0"/>
              <a:t>คลิกเพื่อแก้ไขสไตล์ของข้อความต้นแบบ</a:t>
            </a:r>
          </a:p>
          <a:p>
            <a:pPr lvl="1" rtl="0"/>
            <a:r>
              <a:rPr lang="th-TH" noProof="0"/>
              <a:t>ระดับที่สอง</a:t>
            </a:r>
          </a:p>
          <a:p>
            <a:pPr lvl="2" rtl="0"/>
            <a:r>
              <a:rPr lang="th-TH" noProof="0"/>
              <a:t>ระดับที่สาม</a:t>
            </a:r>
          </a:p>
          <a:p>
            <a:pPr lvl="3" rtl="0"/>
            <a:r>
              <a:rPr lang="th-TH" noProof="0"/>
              <a:t>ระดับที่สี่</a:t>
            </a:r>
          </a:p>
          <a:p>
            <a:pPr lvl="4" rtl="0"/>
            <a:r>
              <a:rPr lang="th-TH" noProof="0"/>
              <a:t>ระดับที่ห้า</a:t>
            </a:r>
            <a:endParaRPr lang="th-TH" noProof="0" dirty="0"/>
          </a:p>
        </p:txBody>
      </p:sp>
      <p:sp>
        <p:nvSpPr>
          <p:cNvPr id="12" name="การเปรียบเทียบตัวแทนซ้าย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lvl="0" rtl="0"/>
            <a:r>
              <a:rPr lang="th-TH" noProof="0"/>
              <a:t>คลิกเพื่อแก้ไขสไตล์ของข้อความต้นแบบ</a:t>
            </a:r>
          </a:p>
        </p:txBody>
      </p:sp>
      <p:sp>
        <p:nvSpPr>
          <p:cNvPr id="8" name="ตัวแทนข้อความ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2pPr>
            <a:lvl3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3pPr>
            <a:lvl4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4pPr>
            <a:lvl5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5pPr>
          </a:lstStyle>
          <a:p>
            <a:pPr lvl="0" rtl="0"/>
            <a:r>
              <a:rPr lang="th-TH" noProof="0"/>
              <a:t>คลิกเพื่อแก้ไขสไตล์ของข้อความต้นแบบ</a:t>
            </a:r>
          </a:p>
          <a:p>
            <a:pPr lvl="1" rtl="0"/>
            <a:r>
              <a:rPr lang="th-TH" noProof="0"/>
              <a:t>ระดับที่สอง</a:t>
            </a:r>
          </a:p>
          <a:p>
            <a:pPr lvl="2" rtl="0"/>
            <a:r>
              <a:rPr lang="th-TH" noProof="0"/>
              <a:t>ระดับที่สาม</a:t>
            </a:r>
          </a:p>
          <a:p>
            <a:pPr lvl="3" rtl="0"/>
            <a:r>
              <a:rPr lang="th-TH" noProof="0"/>
              <a:t>ระดับที่สี่</a:t>
            </a:r>
          </a:p>
          <a:p>
            <a:pPr lvl="4" rtl="0"/>
            <a:r>
              <a:rPr lang="th-TH" noProof="0"/>
              <a:t>ระดับที่ห้า</a:t>
            </a:r>
            <a:endParaRPr lang="th-TH" noProof="0" dirty="0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r>
              <a:rPr lang="th-TH" noProof="0" dirty="0"/>
              <a:t>เพิ่มท้ายกระดาษ</a:t>
            </a:r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fld id="{19B51A1E-902D-48AF-9020-955120F399B6}" type="slidenum">
              <a:rPr lang="th-TH" noProof="0" smtClean="0"/>
              <a:pPr/>
              <a:t>‹#›</a:t>
            </a:fld>
            <a:endParaRPr lang="th-TH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รูปถ่ายขนาดใหญ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ตัวแทนรูปภาพ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rtl="0"/>
            <a:r>
              <a:rPr lang="th-TH" noProof="0" dirty="0"/>
              <a:t>แทรก หรือลากแล้วปล่อยรูปถ่ายของคุณ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th-TH" noProof="0" dirty="0"/>
              <a:t>ใส่คำอธิบายภาพของคุณ</a:t>
            </a:r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r>
              <a:rPr lang="th-TH" noProof="0" dirty="0"/>
              <a:t>เพิ่มท้ายกระดาษ</a:t>
            </a:r>
          </a:p>
        </p:txBody>
      </p:sp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fld id="{19B51A1E-902D-48AF-9020-955120F399B6}" type="slidenum">
              <a:rPr lang="th-TH" noProof="0" smtClean="0"/>
              <a:pPr/>
              <a:t>‹#›</a:t>
            </a:fld>
            <a:endParaRPr lang="th-TH" noProof="0" dirty="0"/>
          </a:p>
        </p:txBody>
      </p:sp>
      <p:sp>
        <p:nvSpPr>
          <p:cNvPr id="5" name="ชื่อเรื่อง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rtl="0"/>
            <a:r>
              <a:rPr lang="th-TH" noProof="0"/>
              <a:t>คลิกเพื่อแก้ไขสไตล์ชื่อเรื่องต้นแบบ</a:t>
            </a:r>
            <a:endParaRPr lang="th-TH" noProof="0" dirty="0"/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ขอบคุณ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ตัวแทนรูปภาพ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rtl="0"/>
            <a:r>
              <a:rPr lang="th-TH" noProof="0" dirty="0"/>
              <a:t>แทรก หรือลากแล้วปล่อยรูปถ่ายของคุณที่นี่</a:t>
            </a:r>
          </a:p>
        </p:txBody>
      </p: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lvl="0" algn="r" rtl="0"/>
            <a:r>
              <a:rPr lang="th-TH" noProof="0" dirty="0"/>
              <a:t>ขอบคุณ</a:t>
            </a:r>
          </a:p>
        </p:txBody>
      </p:sp>
      <p:sp>
        <p:nvSpPr>
          <p:cNvPr id="9" name="ตัวแทนข้อความ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h-TH" noProof="0" dirty="0"/>
              <a:t>ชื่อเต็ม</a:t>
            </a:r>
          </a:p>
        </p:txBody>
      </p:sp>
      <p:sp>
        <p:nvSpPr>
          <p:cNvPr id="10" name="ตัวแทนข้อความ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h-TH" noProof="0" dirty="0"/>
              <a:t>หมายเลขโทรศัพท์</a:t>
            </a:r>
          </a:p>
        </p:txBody>
      </p:sp>
      <p:sp>
        <p:nvSpPr>
          <p:cNvPr id="11" name="ตัวแทนข้อความ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70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h-TH" noProof="0" dirty="0"/>
              <a:t>อีเมลหรือหมายเลขอ้างอิงสื่อสังคม</a:t>
            </a:r>
          </a:p>
        </p:txBody>
      </p:sp>
      <p:sp>
        <p:nvSpPr>
          <p:cNvPr id="12" name="ตัวแทนข้อความ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h-TH" noProof="0" dirty="0"/>
              <a:t>เว็บไซต์บริษัท</a:t>
            </a:r>
          </a:p>
        </p:txBody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fld id="{19B51A1E-902D-48AF-9020-955120F399B6}" type="slidenum">
              <a:rPr lang="th-TH" noProof="0" smtClean="0"/>
              <a:pPr/>
              <a:t>‹#›</a:t>
            </a:fld>
            <a:endParaRPr lang="th-TH" noProof="0" dirty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rtl="0"/>
            <a:r>
              <a:rPr lang="th-TH" noProof="0" dirty="0"/>
              <a:t>คลิกเพื่อแก้ไขชื่อเรื่องของหน้า</a:t>
            </a:r>
          </a:p>
        </p:txBody>
      </p:sp>
      <p:sp>
        <p:nvSpPr>
          <p:cNvPr id="7" name="ชื่อเรื่องรอง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h-TH" noProof="0" dirty="0"/>
              <a:t>ชื่อเรื่องรอง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5pPr>
          </a:lstStyle>
          <a:p>
            <a:pPr lvl="0" rtl="0"/>
            <a:r>
              <a:rPr lang="th-TH" noProof="0"/>
              <a:t>คลิกเพื่อแก้ไขสไตล์ของข้อความต้นแบบ</a:t>
            </a:r>
          </a:p>
          <a:p>
            <a:pPr lvl="1" rtl="0"/>
            <a:r>
              <a:rPr lang="th-TH" noProof="0"/>
              <a:t>ระดับที่สอง</a:t>
            </a:r>
          </a:p>
          <a:p>
            <a:pPr lvl="2" rtl="0"/>
            <a:r>
              <a:rPr lang="th-TH" noProof="0"/>
              <a:t>ระดับที่สาม</a:t>
            </a:r>
          </a:p>
          <a:p>
            <a:pPr lvl="3" rtl="0"/>
            <a:r>
              <a:rPr lang="th-TH" noProof="0"/>
              <a:t>ระดับที่สี่</a:t>
            </a:r>
          </a:p>
          <a:p>
            <a:pPr lvl="4" rtl="0"/>
            <a:r>
              <a:rPr lang="th-TH" noProof="0"/>
              <a:t>ระดับที่ห้า</a:t>
            </a:r>
            <a:endParaRPr lang="th-TH" noProof="0" dirty="0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r>
              <a:rPr lang="th-TH" noProof="0" dirty="0"/>
              <a:t>เพิ่มท้ายกระดาษ</a:t>
            </a: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fld id="{19B51A1E-902D-48AF-9020-955120F399B6}" type="slidenum">
              <a:rPr lang="th-TH" noProof="0" smtClean="0"/>
              <a:pPr/>
              <a:t>‹#›</a:t>
            </a:fld>
            <a:endParaRPr lang="th-TH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เนื้อหาส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rtl="0"/>
            <a:r>
              <a:rPr lang="th-TH" noProof="0" dirty="0"/>
              <a:t>คลิกเพื่อแก้ไขชื่อเรื่องของหน้า</a:t>
            </a:r>
          </a:p>
        </p:txBody>
      </p:sp>
      <p:sp>
        <p:nvSpPr>
          <p:cNvPr id="7" name="ชื่อเรื่องรอง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h-TH" noProof="0" dirty="0"/>
              <a:t>ชื่อเรื่องรอง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5pPr>
          </a:lstStyle>
          <a:p>
            <a:pPr lvl="0" rtl="0"/>
            <a:r>
              <a:rPr lang="th-TH" noProof="0"/>
              <a:t>คลิกเพื่อแก้ไขสไตล์ของข้อความต้นแบบ</a:t>
            </a:r>
          </a:p>
          <a:p>
            <a:pPr lvl="1" rtl="0"/>
            <a:r>
              <a:rPr lang="th-TH" noProof="0"/>
              <a:t>ระดับที่สอง</a:t>
            </a:r>
          </a:p>
          <a:p>
            <a:pPr lvl="2" rtl="0"/>
            <a:r>
              <a:rPr lang="th-TH" noProof="0"/>
              <a:t>ระดับที่สาม</a:t>
            </a:r>
          </a:p>
          <a:p>
            <a:pPr lvl="3" rtl="0"/>
            <a:r>
              <a:rPr lang="th-TH" noProof="0"/>
              <a:t>ระดับที่สี่</a:t>
            </a:r>
          </a:p>
          <a:p>
            <a:pPr lvl="4" rtl="0"/>
            <a:r>
              <a:rPr lang="th-TH" noProof="0"/>
              <a:t>ระดับที่ห้า</a:t>
            </a:r>
            <a:endParaRPr lang="th-TH" noProof="0" dirty="0"/>
          </a:p>
        </p:txBody>
      </p:sp>
      <p:sp>
        <p:nvSpPr>
          <p:cNvPr id="6" name="ตัวแทนข้อความ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2pPr>
            <a:lvl3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3pPr>
            <a:lvl4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4pPr>
            <a:lvl5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5pPr>
          </a:lstStyle>
          <a:p>
            <a:pPr lvl="0" rtl="0"/>
            <a:r>
              <a:rPr lang="th-TH" noProof="0"/>
              <a:t>คลิกเพื่อแก้ไขสไตล์ของข้อความต้นแบบ</a:t>
            </a:r>
          </a:p>
          <a:p>
            <a:pPr lvl="1" rtl="0"/>
            <a:r>
              <a:rPr lang="th-TH" noProof="0"/>
              <a:t>ระดับที่สอง</a:t>
            </a:r>
          </a:p>
          <a:p>
            <a:pPr lvl="2" rtl="0"/>
            <a:r>
              <a:rPr lang="th-TH" noProof="0"/>
              <a:t>ระดับที่สาม</a:t>
            </a:r>
          </a:p>
          <a:p>
            <a:pPr lvl="3" rtl="0"/>
            <a:r>
              <a:rPr lang="th-TH" noProof="0"/>
              <a:t>ระดับที่สี่</a:t>
            </a:r>
          </a:p>
          <a:p>
            <a:pPr lvl="4" rtl="0"/>
            <a:r>
              <a:rPr lang="th-TH" noProof="0"/>
              <a:t>ระดับที่ห้า</a:t>
            </a:r>
            <a:endParaRPr lang="th-TH" noProof="0" dirty="0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r>
              <a:rPr lang="th-TH" noProof="0" dirty="0"/>
              <a:t>เพิ่มท้ายกระดาษ</a:t>
            </a: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fld id="{19B51A1E-902D-48AF-9020-955120F399B6}" type="slidenum">
              <a:rPr lang="th-TH" noProof="0" smtClean="0"/>
              <a:pPr/>
              <a:t>‹#›</a:t>
            </a:fld>
            <a:endParaRPr lang="th-TH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คอลัมน์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rtl="0"/>
            <a:r>
              <a:rPr lang="th-TH" noProof="0" dirty="0"/>
              <a:t>คลิกเพื่อแก้ไขชื่อเรื่องของหน้า</a:t>
            </a:r>
          </a:p>
        </p:txBody>
      </p:sp>
      <p:sp>
        <p:nvSpPr>
          <p:cNvPr id="9" name="ชื่อเรื่องรอง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h-TH" noProof="0" dirty="0"/>
              <a:t>ชื่อเรื่องรอง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5pPr>
          </a:lstStyle>
          <a:p>
            <a:pPr lvl="0" rtl="0"/>
            <a:r>
              <a:rPr lang="th-TH" noProof="0"/>
              <a:t>คลิกเพื่อแก้ไขสไตล์ของข้อความต้นแบบ</a:t>
            </a:r>
          </a:p>
          <a:p>
            <a:pPr lvl="1" rtl="0"/>
            <a:r>
              <a:rPr lang="th-TH" noProof="0"/>
              <a:t>ระดับที่สอง</a:t>
            </a:r>
          </a:p>
          <a:p>
            <a:pPr lvl="2" rtl="0"/>
            <a:r>
              <a:rPr lang="th-TH" noProof="0"/>
              <a:t>ระดับที่สาม</a:t>
            </a:r>
          </a:p>
          <a:p>
            <a:pPr lvl="3" rtl="0"/>
            <a:r>
              <a:rPr lang="th-TH" noProof="0"/>
              <a:t>ระดับที่สี่</a:t>
            </a:r>
          </a:p>
          <a:p>
            <a:pPr lvl="4" rtl="0"/>
            <a:r>
              <a:rPr lang="th-TH" noProof="0"/>
              <a:t>ระดับที่ห้า</a:t>
            </a:r>
            <a:endParaRPr lang="th-TH" noProof="0" dirty="0"/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2pPr>
            <a:lvl3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3pPr>
            <a:lvl4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4pPr>
            <a:lvl5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5pPr>
          </a:lstStyle>
          <a:p>
            <a:pPr lvl="0" rtl="0"/>
            <a:r>
              <a:rPr lang="th-TH" noProof="0"/>
              <a:t>คลิกเพื่อแก้ไขสไตล์ของข้อความต้นแบบ</a:t>
            </a:r>
          </a:p>
          <a:p>
            <a:pPr lvl="1" rtl="0"/>
            <a:r>
              <a:rPr lang="th-TH" noProof="0"/>
              <a:t>ระดับที่สอง</a:t>
            </a:r>
          </a:p>
          <a:p>
            <a:pPr lvl="2" rtl="0"/>
            <a:r>
              <a:rPr lang="th-TH" noProof="0"/>
              <a:t>ระดับที่สาม</a:t>
            </a:r>
          </a:p>
          <a:p>
            <a:pPr lvl="3" rtl="0"/>
            <a:r>
              <a:rPr lang="th-TH" noProof="0"/>
              <a:t>ระดับที่สี่</a:t>
            </a:r>
          </a:p>
          <a:p>
            <a:pPr lvl="4" rtl="0"/>
            <a:r>
              <a:rPr lang="th-TH" noProof="0"/>
              <a:t>ระดับที่ห้า</a:t>
            </a:r>
            <a:endParaRPr lang="th-TH" noProof="0" dirty="0"/>
          </a:p>
        </p:txBody>
      </p:sp>
      <p:sp>
        <p:nvSpPr>
          <p:cNvPr id="11" name="ตัวแทนข้อความ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2pPr>
            <a:lvl3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3pPr>
            <a:lvl4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4pPr>
            <a:lvl5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5pPr>
          </a:lstStyle>
          <a:p>
            <a:pPr lvl="0" rtl="0"/>
            <a:r>
              <a:rPr lang="th-TH" noProof="0"/>
              <a:t>คลิกเพื่อแก้ไขสไตล์ของข้อความต้นแบบ</a:t>
            </a:r>
          </a:p>
          <a:p>
            <a:pPr lvl="1" rtl="0"/>
            <a:r>
              <a:rPr lang="th-TH" noProof="0"/>
              <a:t>ระดับที่สอง</a:t>
            </a:r>
          </a:p>
          <a:p>
            <a:pPr lvl="2" rtl="0"/>
            <a:r>
              <a:rPr lang="th-TH" noProof="0"/>
              <a:t>ระดับที่สาม</a:t>
            </a:r>
          </a:p>
          <a:p>
            <a:pPr lvl="3" rtl="0"/>
            <a:r>
              <a:rPr lang="th-TH" noProof="0"/>
              <a:t>ระดับที่สี่</a:t>
            </a:r>
          </a:p>
          <a:p>
            <a:pPr lvl="4" rtl="0"/>
            <a:r>
              <a:rPr lang="th-TH" noProof="0"/>
              <a:t>ระดับที่ห้า</a:t>
            </a:r>
            <a:endParaRPr lang="th-TH" noProof="0" dirty="0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r>
              <a:rPr lang="th-TH" noProof="0" dirty="0"/>
              <a:t>เพิ่มท้ายกระดาษ</a:t>
            </a:r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fld id="{19B51A1E-902D-48AF-9020-955120F399B6}" type="slidenum">
              <a:rPr lang="th-TH" noProof="0" smtClean="0"/>
              <a:pPr/>
              <a:t>‹#›</a:t>
            </a:fld>
            <a:endParaRPr lang="th-TH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คอลัมน์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rtl="0"/>
            <a:r>
              <a:rPr lang="th-TH" noProof="0" dirty="0"/>
              <a:t>คลิกเพื่อแก้ไขชื่อเรื่องของหน้า</a:t>
            </a:r>
          </a:p>
        </p:txBody>
      </p:sp>
      <p:sp>
        <p:nvSpPr>
          <p:cNvPr id="10" name="ชื่อเรื่องรอง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h-TH" noProof="0" dirty="0"/>
              <a:t>ชื่อเรื่องรอง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5pPr>
          </a:lstStyle>
          <a:p>
            <a:pPr lvl="0" rtl="0"/>
            <a:r>
              <a:rPr lang="th-TH" noProof="0"/>
              <a:t>คลิกเพื่อแก้ไขสไตล์ของข้อความต้นแบบ</a:t>
            </a:r>
          </a:p>
          <a:p>
            <a:pPr lvl="1" rtl="0"/>
            <a:r>
              <a:rPr lang="th-TH" noProof="0"/>
              <a:t>ระดับที่สอง</a:t>
            </a:r>
          </a:p>
          <a:p>
            <a:pPr lvl="2" rtl="0"/>
            <a:r>
              <a:rPr lang="th-TH" noProof="0"/>
              <a:t>ระดับที่สาม</a:t>
            </a:r>
          </a:p>
          <a:p>
            <a:pPr lvl="3" rtl="0"/>
            <a:r>
              <a:rPr lang="th-TH" noProof="0"/>
              <a:t>ระดับที่สี่</a:t>
            </a:r>
          </a:p>
          <a:p>
            <a:pPr lvl="4" rtl="0"/>
            <a:r>
              <a:rPr lang="th-TH" noProof="0"/>
              <a:t>ระดับที่ห้า</a:t>
            </a:r>
            <a:endParaRPr lang="th-TH" noProof="0" dirty="0"/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2pPr>
            <a:lvl3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3pPr>
            <a:lvl4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4pPr>
            <a:lvl5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5pPr>
          </a:lstStyle>
          <a:p>
            <a:pPr lvl="0" rtl="0"/>
            <a:r>
              <a:rPr lang="th-TH" noProof="0"/>
              <a:t>คลิกเพื่อแก้ไขสไตล์ของข้อความต้นแบบ</a:t>
            </a:r>
          </a:p>
          <a:p>
            <a:pPr lvl="1" rtl="0"/>
            <a:r>
              <a:rPr lang="th-TH" noProof="0"/>
              <a:t>ระดับที่สอง</a:t>
            </a:r>
          </a:p>
          <a:p>
            <a:pPr lvl="2" rtl="0"/>
            <a:r>
              <a:rPr lang="th-TH" noProof="0"/>
              <a:t>ระดับที่สาม</a:t>
            </a:r>
          </a:p>
          <a:p>
            <a:pPr lvl="3" rtl="0"/>
            <a:r>
              <a:rPr lang="th-TH" noProof="0"/>
              <a:t>ระดับที่สี่</a:t>
            </a:r>
          </a:p>
          <a:p>
            <a:pPr lvl="4" rtl="0"/>
            <a:r>
              <a:rPr lang="th-TH" noProof="0"/>
              <a:t>ระดับที่ห้า</a:t>
            </a:r>
            <a:endParaRPr lang="th-TH" noProof="0" dirty="0"/>
          </a:p>
        </p:txBody>
      </p:sp>
      <p:sp>
        <p:nvSpPr>
          <p:cNvPr id="13" name="ตัวแทนข้อความ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2pPr>
            <a:lvl3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3pPr>
            <a:lvl4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4pPr>
            <a:lvl5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5pPr>
          </a:lstStyle>
          <a:p>
            <a:pPr lvl="0" rtl="0"/>
            <a:r>
              <a:rPr lang="th-TH" noProof="0"/>
              <a:t>คลิกเพื่อแก้ไขสไตล์ของข้อความต้นแบบ</a:t>
            </a:r>
          </a:p>
          <a:p>
            <a:pPr lvl="1" rtl="0"/>
            <a:r>
              <a:rPr lang="th-TH" noProof="0"/>
              <a:t>ระดับที่สอง</a:t>
            </a:r>
          </a:p>
          <a:p>
            <a:pPr lvl="2" rtl="0"/>
            <a:r>
              <a:rPr lang="th-TH" noProof="0"/>
              <a:t>ระดับที่สาม</a:t>
            </a:r>
          </a:p>
          <a:p>
            <a:pPr lvl="3" rtl="0"/>
            <a:r>
              <a:rPr lang="th-TH" noProof="0"/>
              <a:t>ระดับที่สี่</a:t>
            </a:r>
          </a:p>
          <a:p>
            <a:pPr lvl="4" rtl="0"/>
            <a:r>
              <a:rPr lang="th-TH" noProof="0"/>
              <a:t>ระดับที่ห้า</a:t>
            </a:r>
            <a:endParaRPr lang="th-TH" noProof="0" dirty="0"/>
          </a:p>
        </p:txBody>
      </p:sp>
      <p:sp>
        <p:nvSpPr>
          <p:cNvPr id="15" name="ตัวแทนข้อความ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2pPr>
            <a:lvl3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3pPr>
            <a:lvl4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4pPr>
            <a:lvl5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5pPr>
          </a:lstStyle>
          <a:p>
            <a:pPr lvl="0" rtl="0"/>
            <a:r>
              <a:rPr lang="th-TH" noProof="0"/>
              <a:t>คลิกเพื่อแก้ไขสไตล์ของข้อความต้นแบบ</a:t>
            </a:r>
          </a:p>
          <a:p>
            <a:pPr lvl="1" rtl="0"/>
            <a:r>
              <a:rPr lang="th-TH" noProof="0"/>
              <a:t>ระดับที่สอง</a:t>
            </a:r>
          </a:p>
          <a:p>
            <a:pPr lvl="2" rtl="0"/>
            <a:r>
              <a:rPr lang="th-TH" noProof="0"/>
              <a:t>ระดับที่สาม</a:t>
            </a:r>
          </a:p>
          <a:p>
            <a:pPr lvl="3" rtl="0"/>
            <a:r>
              <a:rPr lang="th-TH" noProof="0"/>
              <a:t>ระดับที่สี่</a:t>
            </a:r>
          </a:p>
          <a:p>
            <a:pPr lvl="4" rtl="0"/>
            <a:r>
              <a:rPr lang="th-TH" noProof="0"/>
              <a:t>ระดับที่ห้า</a:t>
            </a:r>
            <a:endParaRPr lang="th-TH" noProof="0" dirty="0"/>
          </a:p>
        </p:txBody>
      </p:sp>
      <p:sp>
        <p:nvSpPr>
          <p:cNvPr id="17" name="ตัวแทนข้อความ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2pPr>
            <a:lvl3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3pPr>
            <a:lvl4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4pPr>
            <a:lvl5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5pPr>
          </a:lstStyle>
          <a:p>
            <a:pPr lvl="0" rtl="0"/>
            <a:r>
              <a:rPr lang="th-TH" noProof="0"/>
              <a:t>คลิกเพื่อแก้ไขสไตล์ของข้อความต้นแบบ</a:t>
            </a:r>
          </a:p>
          <a:p>
            <a:pPr lvl="1" rtl="0"/>
            <a:r>
              <a:rPr lang="th-TH" noProof="0"/>
              <a:t>ระดับที่สอง</a:t>
            </a:r>
          </a:p>
          <a:p>
            <a:pPr lvl="2" rtl="0"/>
            <a:r>
              <a:rPr lang="th-TH" noProof="0"/>
              <a:t>ระดับที่สาม</a:t>
            </a:r>
          </a:p>
          <a:p>
            <a:pPr lvl="3" rtl="0"/>
            <a:r>
              <a:rPr lang="th-TH" noProof="0"/>
              <a:t>ระดับที่สี่</a:t>
            </a:r>
          </a:p>
          <a:p>
            <a:pPr lvl="4" rtl="0"/>
            <a:r>
              <a:rPr lang="th-TH" noProof="0"/>
              <a:t>ระดับที่ห้า</a:t>
            </a:r>
            <a:endParaRPr lang="th-TH" noProof="0" dirty="0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r>
              <a:rPr lang="th-TH" noProof="0" dirty="0"/>
              <a:t>เพิ่มท้ายกระดาษ</a:t>
            </a:r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fld id="{19B51A1E-902D-48AF-9020-955120F399B6}" type="slidenum">
              <a:rPr lang="th-TH" noProof="0" smtClean="0"/>
              <a:pPr/>
              <a:t>‹#›</a:t>
            </a:fld>
            <a:endParaRPr lang="th-TH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ชื่อเรื่องเท่านั้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rtl="0"/>
            <a:r>
              <a:rPr lang="th-TH" noProof="0" dirty="0"/>
              <a:t>คลิกเพื่อแก้ไขชื่อเรื่องของหน้า</a:t>
            </a:r>
          </a:p>
        </p:txBody>
      </p:sp>
      <p:sp>
        <p:nvSpPr>
          <p:cNvPr id="5" name="ชื่อเรื่องรอง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th-TH" noProof="0" dirty="0"/>
              <a:t>ชื่อเรื่องรอง</a:t>
            </a:r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r>
              <a:rPr lang="th-TH" noProof="0" dirty="0"/>
              <a:t>เพิ่มท้ายกระดาษ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fld id="{19B51A1E-902D-48AF-9020-955120F399B6}" type="slidenum">
              <a:rPr lang="th-TH" noProof="0" smtClean="0"/>
              <a:pPr/>
              <a:t>‹#›</a:t>
            </a:fld>
            <a:endParaRPr lang="th-TH" noProof="0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ว่า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ท้ายกระดาษ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r>
              <a:rPr lang="th-TH" noProof="0" dirty="0"/>
              <a:t>เพิ่มท้ายกระดาษ</a:t>
            </a:r>
          </a:p>
        </p:txBody>
      </p:sp>
      <p:sp>
        <p:nvSpPr>
          <p:cNvPr id="3" name="ตัวแทนหมายเลขสไลด์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fld id="{19B51A1E-902D-48AF-9020-955120F399B6}" type="slidenum">
              <a:rPr lang="th-TH" noProof="0" smtClean="0"/>
              <a:pPr/>
              <a:t>‹#›</a:t>
            </a:fld>
            <a:endParaRPr lang="th-TH" noProof="0" dirty="0"/>
          </a:p>
        </p:txBody>
      </p:sp>
      <p:sp>
        <p:nvSpPr>
          <p:cNvPr id="4" name="ชื่อเรื่อง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pPr rtl="0"/>
            <a:r>
              <a:rPr lang="th-TH" noProof="0"/>
              <a:t>คลิกเพื่อแก้ไขสไตล์ชื่อเรื่องต้นแบบ</a:t>
            </a:r>
            <a:endParaRPr lang="th-TH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28" name="สี่เหลี่ยมผืนผ้า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31" name="รูปแบบอิสระ: รูปร่าง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th-TH" noProof="0" dirty="0"/>
              <a:t>คลิกเพื่อแก้ไขชื่อเรื่องของหน้า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th-TH" noProof="0" dirty="0"/>
              <a:t>แก้ไขสไตล์ข้อความชื่อเรื่องหลัก</a:t>
            </a:r>
          </a:p>
          <a:p>
            <a:pPr lvl="1" rtl="0"/>
            <a:r>
              <a:rPr lang="th-TH" noProof="0" dirty="0"/>
              <a:t>ระดับที่สอง</a:t>
            </a:r>
          </a:p>
          <a:p>
            <a:pPr lvl="2" rtl="0"/>
            <a:r>
              <a:rPr lang="th-TH" noProof="0" dirty="0"/>
              <a:t>ระดับที่สาม</a:t>
            </a:r>
          </a:p>
          <a:p>
            <a:pPr lvl="3" rtl="0"/>
            <a:r>
              <a:rPr lang="th-TH" noProof="0" dirty="0"/>
              <a:t>ระดับที่สี่</a:t>
            </a:r>
          </a:p>
          <a:p>
            <a:pPr lvl="4" rtl="0"/>
            <a:r>
              <a:rPr lang="th-TH" noProof="0" dirty="0"/>
              <a:t>ระดับที่ห้า</a:t>
            </a:r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r>
              <a:rPr lang="th-TH" noProof="0" dirty="0"/>
              <a:t>เพิ่มท้ายกระดาษ</a:t>
            </a:r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fld id="{19B51A1E-902D-48AF-9020-955120F399B6}" type="slidenum">
              <a:rPr lang="th-TH" noProof="0" smtClean="0"/>
              <a:pPr/>
              <a:t>‹#›</a:t>
            </a:fld>
            <a:endParaRPr lang="th-TH" noProof="0" dirty="0"/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30153"/>
            <a:ext cx="1053900" cy="365535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 rtl="0">
              <a:lnSpc>
                <a:spcPts val="1000"/>
              </a:lnSpc>
            </a:pPr>
            <a:r>
              <a:rPr lang="th-TH" sz="2500" b="1" i="0" spc="-100" noProof="0" dirty="0">
                <a:solidFill>
                  <a:schemeClr val="accent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TREY</a:t>
            </a:r>
            <a:r>
              <a:rPr lang="th-TH" sz="1600" b="1" i="0" spc="-100" noProof="0" dirty="0">
                <a:solidFill>
                  <a:schemeClr val="accent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 </a:t>
            </a:r>
            <a:br>
              <a:rPr lang="th-TH" sz="1600" b="1" i="0" spc="-100" baseline="0" noProof="0" dirty="0">
                <a:solidFill>
                  <a:schemeClr val="accent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</a:br>
            <a:r>
              <a:rPr lang="th-TH" sz="1200" b="0" i="0" spc="14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การค้นคว้า</a:t>
            </a: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29" name="สี่เหลี่ยมผืนผ้า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h-TH" noProof="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cxnSp>
        <p:nvCxnSpPr>
          <p:cNvPr id="18" name="ตัวเชื่อมต่อตรง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Leelawadee" panose="020B0502040204020203" pitchFamily="34" charset="-34"/>
          <a:ea typeface="+mj-ea"/>
          <a:cs typeface="Leelawadee" panose="020B0502040204020203" pitchFamily="34" charset="-34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Leelawadee" panose="020B0502040204020203" pitchFamily="34" charset="-34"/>
          <a:ea typeface="+mn-ea"/>
          <a:cs typeface="Leelawadee" panose="020B0502040204020203" pitchFamily="34" charset="-34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Leelawadee" panose="020B0502040204020203" pitchFamily="34" charset="-34"/>
          <a:ea typeface="+mn-ea"/>
          <a:cs typeface="Leelawadee" panose="020B0502040204020203" pitchFamily="34" charset="-34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Leelawadee" panose="020B0502040204020203" pitchFamily="34" charset="-34"/>
          <a:ea typeface="+mn-ea"/>
          <a:cs typeface="Leelawadee" panose="020B0502040204020203" pitchFamily="34" charset="-34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Leelawadee" panose="020B0502040204020203" pitchFamily="34" charset="-34"/>
          <a:ea typeface="+mn-ea"/>
          <a:cs typeface="Leelawadee" panose="020B0502040204020203" pitchFamily="34" charset="-34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Leelawadee" panose="020B0502040204020203" pitchFamily="34" charset="-34"/>
          <a:ea typeface="+mn-ea"/>
          <a:cs typeface="Leelawadee" panose="020B0502040204020203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ตัวแทนรูปภาพ 11" descr="การจับมือกันเป็นวงกลม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ชื่อเรื่อง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2811053"/>
            <a:ext cx="8991600" cy="1786698"/>
          </a:xfrm>
        </p:spPr>
        <p:txBody>
          <a:bodyPr rtlCol="0"/>
          <a:lstStyle/>
          <a:p>
            <a:pPr rtl="0"/>
            <a:r>
              <a:rPr lang="th-TH" sz="6000" dirty="0">
                <a:latin typeface="Leelawadee" panose="020B0502040204020203" pitchFamily="34" charset="-34"/>
                <a:cs typeface="Leelawadee" panose="020B0502040204020203" pitchFamily="34" charset="-34"/>
              </a:rPr>
              <a:t>ระบบซื้อ – ขายสินค้าออนไลน์บนอินเทอร์เน็ต</a:t>
            </a:r>
          </a:p>
        </p:txBody>
      </p:sp>
      <p:sp>
        <p:nvSpPr>
          <p:cNvPr id="4" name="ชื่อเรื่องรอง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597751"/>
            <a:ext cx="8991600" cy="908527"/>
          </a:xfrm>
        </p:spPr>
        <p:txBody>
          <a:bodyPr rtlCol="0"/>
          <a:lstStyle/>
          <a:p>
            <a:pPr rtl="0"/>
            <a:r>
              <a:rPr lang="th-TH" dirty="0"/>
              <a:t>พระเอกกฤต เมืองจันทร์</a:t>
            </a:r>
          </a:p>
          <a:p>
            <a:pPr rtl="0"/>
            <a:r>
              <a:rPr lang="th-TH" dirty="0">
                <a:latin typeface="Leelawadee" panose="020B0502040204020203" pitchFamily="34" charset="-34"/>
                <a:cs typeface="Leelawadee" panose="020B0502040204020203" pitchFamily="34" charset="-34"/>
              </a:rPr>
              <a:t>สามเ</a:t>
            </a:r>
            <a:r>
              <a:rPr lang="th-TH" dirty="0"/>
              <a:t>ณรนนทวัฒน์ แหล่</a:t>
            </a:r>
            <a:r>
              <a:rPr lang="th-TH" dirty="0" err="1"/>
              <a:t>พั่ว</a:t>
            </a:r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1999" y="186247"/>
            <a:ext cx="5701905" cy="5379665"/>
          </a:xfrm>
        </p:spPr>
        <p:txBody>
          <a:bodyPr rtlCol="0"/>
          <a:lstStyle/>
          <a:p>
            <a:pPr marL="0" indent="0" algn="thaiDist">
              <a:lnSpc>
                <a:spcPct val="100000"/>
              </a:lnSpc>
              <a:buNone/>
            </a:pPr>
            <a:r>
              <a:rPr lang="th-TH" sz="1800" dirty="0">
                <a:effectLst/>
                <a:ea typeface="Calibri" panose="020F0502020204030204" pitchFamily="34" charset="0"/>
              </a:rPr>
              <a:t>	ในปัจจุบัน อินเทอร์เน็ตเข้ามามีบทบาทสำคัญการใช้ชีวิตของมนุษย์เป็นอย่างมาก หลาย</a:t>
            </a:r>
            <a:r>
              <a:rPr lang="th-TH" sz="1800" dirty="0" err="1">
                <a:effectLst/>
                <a:ea typeface="Calibri" panose="020F0502020204030204" pitchFamily="34" charset="0"/>
              </a:rPr>
              <a:t>ๆธุร</a:t>
            </a:r>
            <a:r>
              <a:rPr lang="th-TH" sz="1800" dirty="0">
                <a:effectLst/>
                <a:ea typeface="Calibri" panose="020F0502020204030204" pitchFamily="34" charset="0"/>
              </a:rPr>
              <a:t>กิจสามารถเติบโตเป็นไปได้อย่างรวดเร็วโดยการใช้สื่อโซ</a:t>
            </a:r>
            <a:r>
              <a:rPr lang="th-TH" sz="1800" dirty="0" err="1">
                <a:effectLst/>
                <a:ea typeface="Calibri" panose="020F0502020204030204" pitchFamily="34" charset="0"/>
              </a:rPr>
              <a:t>เชี</a:t>
            </a:r>
            <a:r>
              <a:rPr lang="th-TH" sz="1800" dirty="0">
                <a:effectLst/>
                <a:ea typeface="Calibri" panose="020F0502020204030204" pitchFamily="34" charset="0"/>
              </a:rPr>
              <a:t>ยลมีเดียต่างๆ เพราะการดำรงชีวิตจับจ่าย    ใช้สอยในปัจจุบันทำได้สะดวกและรวดเร็วมากขึ้น ผู้บริโภคสนใจสิ่งไหนก็สามารถเข้าอินเทอร์เน็ตผ่านโทรศัพท์มือถือ แท็บ</a:t>
            </a:r>
            <a:r>
              <a:rPr lang="th-TH" sz="1800" dirty="0" err="1">
                <a:effectLst/>
                <a:ea typeface="Calibri" panose="020F0502020204030204" pitchFamily="34" charset="0"/>
              </a:rPr>
              <a:t>เล็ต</a:t>
            </a:r>
            <a:r>
              <a:rPr lang="th-TH" sz="1800" dirty="0">
                <a:effectLst/>
                <a:ea typeface="Calibri" panose="020F0502020204030204" pitchFamily="34" charset="0"/>
              </a:rPr>
              <a:t> หรือคอมพิวเตอร์เพื่อค้นหาข้อมูล พร้อมเปรียบเทียบราคาสินค้าออนไลน์ ตกลงสั่งซื้อและรับของได้ภายในไม่กี่ชั่วโมงอย่างง่ายดาย ทั้งหมดนี้ทำให้ผู้บริโภคสามารถซื้อได้โดยที่ไม่ต้องออกเดินทางไปยังหน้าร้าน ทำให้ประหยัดเวลา และ สะดวกมากขึ้น จากความสะดวกสบายในการซื้อของออนไลน์ และสถานการณ์การแพร่ระบาดโควิด</a:t>
            </a:r>
            <a:r>
              <a:rPr lang="en-US" sz="1800" dirty="0">
                <a:effectLst/>
                <a:ea typeface="Calibri" panose="020F0502020204030204" pitchFamily="34" charset="0"/>
              </a:rPr>
              <a:t>19 (COVID-19)</a:t>
            </a:r>
            <a:r>
              <a:rPr lang="th-TH" sz="1800" dirty="0">
                <a:effectLst/>
                <a:ea typeface="Calibri" panose="020F0502020204030204" pitchFamily="34" charset="0"/>
              </a:rPr>
              <a:t> ในประเทศไทย เป็นแรงผลักให้ผู้บริโภคหันมาซื้อสินค้าผ่านช่องทางออนไลน์มากขึ้น ส่งผลให้ธุรกิจกลุ่ม </a:t>
            </a:r>
            <a:r>
              <a:rPr lang="en-US" sz="1800" dirty="0">
                <a:effectLst/>
                <a:ea typeface="Calibri" panose="020F0502020204030204" pitchFamily="34" charset="0"/>
              </a:rPr>
              <a:t>E-Commerce</a:t>
            </a:r>
            <a:r>
              <a:rPr lang="th-TH" sz="1800" dirty="0">
                <a:effectLst/>
                <a:ea typeface="Calibri" panose="020F0502020204030204" pitchFamily="34" charset="0"/>
              </a:rPr>
              <a:t> มีแนวโน้มเติบโตขึ้นทุกปี คาดการณ์มูลค่าตลาด </a:t>
            </a:r>
            <a:r>
              <a:rPr lang="en-US" sz="1800" dirty="0">
                <a:effectLst/>
                <a:ea typeface="Calibri" panose="020F0502020204030204" pitchFamily="34" charset="0"/>
              </a:rPr>
              <a:t>E-Commerce </a:t>
            </a:r>
            <a:r>
              <a:rPr lang="th-TH" sz="1800" dirty="0">
                <a:effectLst/>
                <a:ea typeface="Calibri" panose="020F0502020204030204" pitchFamily="34" charset="0"/>
              </a:rPr>
              <a:t> ปี </a:t>
            </a:r>
            <a:r>
              <a:rPr lang="en-US" sz="1800" dirty="0">
                <a:effectLst/>
                <a:ea typeface="Calibri" panose="020F0502020204030204" pitchFamily="34" charset="0"/>
              </a:rPr>
              <a:t>2020 </a:t>
            </a:r>
            <a:r>
              <a:rPr lang="th-TH" sz="1800" dirty="0">
                <a:effectLst/>
                <a:ea typeface="Calibri" panose="020F0502020204030204" pitchFamily="34" charset="0"/>
              </a:rPr>
              <a:t>อาจมีมูลค่าสูงถึง </a:t>
            </a:r>
            <a:r>
              <a:rPr lang="en-US" sz="1800" dirty="0">
                <a:effectLst/>
                <a:ea typeface="Calibri" panose="020F0502020204030204" pitchFamily="34" charset="0"/>
              </a:rPr>
              <a:t>220,000 </a:t>
            </a:r>
            <a:r>
              <a:rPr lang="th-TH" sz="1800" dirty="0">
                <a:effectLst/>
                <a:ea typeface="Calibri" panose="020F0502020204030204" pitchFamily="34" charset="0"/>
              </a:rPr>
              <a:t>ล้านบาท หรือเติบโตขึ้น </a:t>
            </a:r>
            <a:r>
              <a:rPr lang="en-US" sz="1800" dirty="0">
                <a:effectLst/>
                <a:ea typeface="Calibri" panose="020F0502020204030204" pitchFamily="34" charset="0"/>
              </a:rPr>
              <a:t>35% </a:t>
            </a:r>
            <a:r>
              <a:rPr lang="th-TH" sz="1800" dirty="0">
                <a:effectLst/>
                <a:ea typeface="Calibri" panose="020F0502020204030204" pitchFamily="34" charset="0"/>
              </a:rPr>
              <a:t>จากปีก่อนหน้าเลยทีเดียว         </a:t>
            </a:r>
            <a:endParaRPr lang="en-US" sz="1800" dirty="0">
              <a:effectLst/>
              <a:ea typeface="Calibri" panose="020F0502020204030204" pitchFamily="34" charset="0"/>
            </a:endParaRPr>
          </a:p>
          <a:p>
            <a:pPr marL="0" indent="0" rtl="0">
              <a:buNone/>
            </a:pP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9" name="ตัวแทนรูปภาพ 8" descr="มือกำลังสัมผัสโทรศัพท์มือถือ">
            <a:extLst>
              <a:ext uri="{FF2B5EF4-FFF2-40B4-BE49-F238E27FC236}">
                <a16:creationId xmlns:a16="http://schemas.microsoft.com/office/drawing/2014/main" id="{A9A75888-22E3-1D43-9112-DA02186070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สี่เหลี่ยมผืนผ้า 19" descr="บล็อกการเน้น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9339" y="1143000"/>
            <a:ext cx="5120661" cy="3644899"/>
          </a:xfrm>
        </p:spPr>
        <p:txBody>
          <a:bodyPr rtlCol="0"/>
          <a:lstStyle/>
          <a:p>
            <a:pPr rtl="0"/>
            <a:r>
              <a:rPr lang="th-TH" sz="6000" dirty="0">
                <a:latin typeface="Leelawadee" panose="020B0502040204020203" pitchFamily="34" charset="-34"/>
                <a:cs typeface="Leelawadee" panose="020B0502040204020203" pitchFamily="34" charset="-34"/>
              </a:rPr>
              <a:t>ความเป็นมาและความสำคัญของปัญหา</a:t>
            </a:r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h-TH" smtClean="0">
                <a:latin typeface="Leelawadee" panose="020B0502040204020203" pitchFamily="34" charset="-34"/>
                <a:cs typeface="Leelawadee" panose="020B0502040204020203" pitchFamily="34" charset="-34"/>
              </a:rPr>
              <a:pPr/>
              <a:t>2</a:t>
            </a:fld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1999" y="186247"/>
            <a:ext cx="5701905" cy="5379665"/>
          </a:xfrm>
        </p:spPr>
        <p:txBody>
          <a:bodyPr rtlCol="0"/>
          <a:lstStyle/>
          <a:p>
            <a:pPr marL="0" indent="0" algn="thaiDist">
              <a:lnSpc>
                <a:spcPct val="100000"/>
              </a:lnSpc>
              <a:buNone/>
            </a:pPr>
            <a:r>
              <a:rPr lang="th-TH" sz="1800" dirty="0">
                <a:effectLst/>
                <a:ea typeface="Calibri" panose="020F0502020204030204" pitchFamily="34" charset="0"/>
              </a:rPr>
              <a:t>	ในประเทศไทยแน่นอนว่าพ่อค้าแม่ค้าที่มีอยู่ในปัจจุบันนั้นจะขายแค่ช่องทางเดียวนั้นคงไม่เพียงพออีกต่อไป เพราะปัจจุบันอินเทอร์เน็ตเข้ามามีบทบาทเกือบจะทุกอย่างของมนุษย์ เพราะฉะนั้นการที่เปิดช่องทางการขายมากกว่าหนึ่งช่องทาง จึงเป็นการเข้าถึงผู้บริโภคมากยิ่งขึ้น โอกาสที่จะขยายชื่อเสียงและสินค้าก็มีมากขึ้นตามมา</a:t>
            </a:r>
          </a:p>
          <a:p>
            <a:pPr marL="0" indent="0" algn="thaiDist">
              <a:lnSpc>
                <a:spcPct val="100000"/>
              </a:lnSpc>
              <a:buNone/>
            </a:pPr>
            <a:r>
              <a:rPr lang="th-TH" sz="1800" dirty="0">
                <a:effectLst/>
                <a:ea typeface="Calibri" panose="020F0502020204030204" pitchFamily="34" charset="0"/>
              </a:rPr>
              <a:t>	ทางผู้จัดทําจึงได้เกิดความคิดที่จะ</a:t>
            </a:r>
            <a:r>
              <a:rPr lang="th-TH" sz="1800" dirty="0" err="1">
                <a:effectLst/>
                <a:ea typeface="Calibri" panose="020F0502020204030204" pitchFamily="34" charset="0"/>
              </a:rPr>
              <a:t>ทําตัว</a:t>
            </a:r>
            <a:r>
              <a:rPr lang="th-TH" sz="1800" dirty="0">
                <a:effectLst/>
                <a:ea typeface="Calibri" panose="020F0502020204030204" pitchFamily="34" charset="0"/>
              </a:rPr>
              <a:t>กลางที่ใช้ใน    </a:t>
            </a:r>
            <a:r>
              <a:rPr lang="th-TH" sz="1800" dirty="0" err="1">
                <a:effectLst/>
                <a:ea typeface="Calibri" panose="020F0502020204030204" pitchFamily="34" charset="0"/>
              </a:rPr>
              <a:t>การทํา</a:t>
            </a:r>
            <a:r>
              <a:rPr lang="th-TH" sz="1800" dirty="0">
                <a:effectLst/>
                <a:ea typeface="Calibri" panose="020F0502020204030204" pitchFamily="34" charset="0"/>
              </a:rPr>
              <a:t>ธุรกิจออนไลน์ขึ้นมา นั่นก็คือ ระบบซื้อขายสินค้าออนไลน์บนอินเทอร์เน็ต ที่มีระบบจําเป็นใน</a:t>
            </a:r>
            <a:r>
              <a:rPr lang="th-TH" sz="1800" dirty="0" err="1">
                <a:effectLst/>
                <a:ea typeface="Calibri" panose="020F0502020204030204" pitchFamily="34" charset="0"/>
              </a:rPr>
              <a:t>การทํา</a:t>
            </a:r>
            <a:r>
              <a:rPr lang="th-TH" sz="1800" dirty="0">
                <a:effectLst/>
                <a:ea typeface="Calibri" panose="020F0502020204030204" pitchFamily="34" charset="0"/>
              </a:rPr>
              <a:t>ร้านค้าออนไลน์ เช่น ระบบสมาชิก ระบบจัดการการสั่งซื้อ ระบบคลังสินค้า และระบบอื่นๆที่จําเป็น เพื่อเป็นอีกหนึ่งช่องทาง ใน</a:t>
            </a:r>
            <a:r>
              <a:rPr lang="th-TH" sz="1800" dirty="0" err="1">
                <a:effectLst/>
                <a:ea typeface="Calibri" panose="020F0502020204030204" pitchFamily="34" charset="0"/>
              </a:rPr>
              <a:t>การทํา</a:t>
            </a:r>
            <a:r>
              <a:rPr lang="th-TH" sz="1800" dirty="0">
                <a:effectLst/>
                <a:ea typeface="Calibri" panose="020F0502020204030204" pitchFamily="34" charset="0"/>
              </a:rPr>
              <a:t>ธุรกิจออนไลน์ของพ่อค้าแม่ค้า และ ผู้ที่ต้องการที่จะ</a:t>
            </a:r>
            <a:r>
              <a:rPr lang="th-TH" sz="1800" dirty="0" err="1">
                <a:effectLst/>
                <a:ea typeface="Calibri" panose="020F0502020204030204" pitchFamily="34" charset="0"/>
              </a:rPr>
              <a:t>ทํา</a:t>
            </a:r>
            <a:r>
              <a:rPr lang="th-TH" sz="1800" dirty="0">
                <a:effectLst/>
                <a:ea typeface="Calibri" panose="020F0502020204030204" pitchFamily="34" charset="0"/>
              </a:rPr>
              <a:t>ธุรกิจออนไลน์ ในยุคปัจจุบันที่ทุกคนต่างก็จับจ่ายใช้สอยกันผ่านทางอินเทอร์เน็ต </a:t>
            </a:r>
            <a:r>
              <a:rPr lang="th-TH" sz="1800" dirty="0" err="1">
                <a:effectLst/>
                <a:ea typeface="Calibri" panose="020F0502020204030204" pitchFamily="34" charset="0"/>
              </a:rPr>
              <a:t>ทําให้</a:t>
            </a:r>
            <a:r>
              <a:rPr lang="th-TH" sz="1800" dirty="0">
                <a:effectLst/>
                <a:ea typeface="Calibri" panose="020F0502020204030204" pitchFamily="34" charset="0"/>
              </a:rPr>
              <a:t>สร้างกลุ่มผู้บริโภคที่มากขึ้น ไม่เพียงแต่ได้รับรายได้จากผู้บริโภคที่หน้าร้านเท่านั้น</a:t>
            </a:r>
          </a:p>
          <a:p>
            <a:pPr marL="0" indent="0" algn="thaiDist">
              <a:lnSpc>
                <a:spcPct val="100000"/>
              </a:lnSpc>
              <a:buNone/>
            </a:pPr>
            <a:r>
              <a:rPr lang="th-TH" sz="1800" dirty="0">
                <a:effectLst/>
                <a:ea typeface="Calibri" panose="020F0502020204030204" pitchFamily="34" charset="0"/>
              </a:rPr>
              <a:t>	</a:t>
            </a:r>
            <a:endParaRPr lang="en-US" sz="1800" dirty="0">
              <a:effectLst/>
              <a:ea typeface="Calibri" panose="020F0502020204030204" pitchFamily="34" charset="0"/>
            </a:endParaRPr>
          </a:p>
          <a:p>
            <a:pPr marL="0" indent="0" rtl="0">
              <a:buNone/>
            </a:pP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9" name="ตัวแทนรูปภาพ 8" descr="มือกำลังสัมผัสโทรศัพท์มือถือ">
            <a:extLst>
              <a:ext uri="{FF2B5EF4-FFF2-40B4-BE49-F238E27FC236}">
                <a16:creationId xmlns:a16="http://schemas.microsoft.com/office/drawing/2014/main" id="{A9A75888-22E3-1D43-9112-DA02186070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สี่เหลี่ยมผืนผ้า 19" descr="บล็อกการเน้น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9339" y="1143000"/>
            <a:ext cx="5120661" cy="3644899"/>
          </a:xfrm>
        </p:spPr>
        <p:txBody>
          <a:bodyPr rtlCol="0"/>
          <a:lstStyle/>
          <a:p>
            <a:pPr rtl="0"/>
            <a:r>
              <a:rPr lang="th-TH" sz="6000" dirty="0">
                <a:latin typeface="Leelawadee" panose="020B0502040204020203" pitchFamily="34" charset="-34"/>
                <a:cs typeface="Leelawadee" panose="020B0502040204020203" pitchFamily="34" charset="-34"/>
              </a:rPr>
              <a:t>ความเป็นมาและความสำคัญของปัญหา</a:t>
            </a:r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h-TH" smtClean="0">
                <a:latin typeface="Leelawadee" panose="020B0502040204020203" pitchFamily="34" charset="-34"/>
                <a:cs typeface="Leelawadee" panose="020B0502040204020203" pitchFamily="34" charset="-34"/>
              </a:rPr>
              <a:pPr rtl="0"/>
              <a:t>3</a:t>
            </a:fld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19733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h-TH" dirty="0"/>
              <a:t>วัตถุประสงค์ของโครงการ</a:t>
            </a:r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7" name="ตัวแทนข้อความ 6">
            <a:extLst>
              <a:ext uri="{FF2B5EF4-FFF2-40B4-BE49-F238E27FC236}">
                <a16:creationId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21634"/>
            <a:ext cx="10401652" cy="2196041"/>
          </a:xfrm>
        </p:spPr>
        <p:txBody>
          <a:bodyPr rtlCol="0"/>
          <a:lstStyle/>
          <a:p>
            <a:pPr lvl="1" rtl="0"/>
            <a:r>
              <a:rPr lang="th-TH" sz="2400" dirty="0"/>
              <a:t>เพื่อสร้างระบบซื้อ – ขายสินค้าออนไลน์บนอินเทอร์เน็ต</a:t>
            </a:r>
          </a:p>
          <a:p>
            <a:pPr lvl="1" rtl="0"/>
            <a:r>
              <a:rPr lang="th-TH" sz="2400" dirty="0">
                <a:latin typeface="Leelawadee" panose="020B0502040204020203" pitchFamily="34" charset="-34"/>
                <a:cs typeface="Leelawadee" panose="020B0502040204020203" pitchFamily="34" charset="-34"/>
              </a:rPr>
              <a:t>เพื่อศึกษาความพึงพอใจของผู้ใช้งานระบบซื้อ </a:t>
            </a:r>
            <a:r>
              <a:rPr lang="th-TH" sz="2400" dirty="0"/>
              <a:t>- ขายสินค้าออนไลน์บนอินเทอร์เน็ต</a:t>
            </a:r>
            <a:endParaRPr lang="th-TH" sz="24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8" name="ตัวแทนหมายเลขสไลด์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th-TH" smtClean="0">
                <a:latin typeface="Leelawadee" panose="020B0502040204020203" pitchFamily="34" charset="-34"/>
                <a:cs typeface="Leelawadee" panose="020B0502040204020203" pitchFamily="34" charset="-34"/>
              </a:rPr>
              <a:pPr rtl="0"/>
              <a:t>4</a:t>
            </a:fld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h-TH" dirty="0">
                <a:latin typeface="Leelawadee" panose="020B0502040204020203" pitchFamily="34" charset="-34"/>
                <a:cs typeface="Leelawadee" panose="020B0502040204020203" pitchFamily="34" charset="-34"/>
              </a:rPr>
              <a:t>ประโยชน์ที่คาดว่าจะได้รับ</a:t>
            </a:r>
          </a:p>
        </p:txBody>
      </p:sp>
      <p:sp>
        <p:nvSpPr>
          <p:cNvPr id="7" name="ตัวแทนข้อความ 6">
            <a:extLst>
              <a:ext uri="{FF2B5EF4-FFF2-40B4-BE49-F238E27FC236}">
                <a16:creationId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21634"/>
            <a:ext cx="10401652" cy="2196041"/>
          </a:xfrm>
        </p:spPr>
        <p:txBody>
          <a:bodyPr rtlCol="0"/>
          <a:lstStyle/>
          <a:p>
            <a:pPr lvl="1" rtl="0"/>
            <a:r>
              <a:rPr lang="th-TH" sz="2400" dirty="0"/>
              <a:t>ได้ระบบซื้อ – ขายสินค้าออนไลน์บนอินเทอร์เน็ต</a:t>
            </a:r>
          </a:p>
          <a:p>
            <a:pPr lvl="1" rtl="0"/>
            <a:r>
              <a:rPr lang="th-TH" sz="2400" dirty="0">
                <a:latin typeface="Leelawadee" panose="020B0502040204020203" pitchFamily="34" charset="-34"/>
                <a:cs typeface="Leelawadee" panose="020B0502040204020203" pitchFamily="34" charset="-34"/>
              </a:rPr>
              <a:t>ได้ผลความพึงพอใจของผู้ใช้งานระบบซื้อ </a:t>
            </a:r>
            <a:r>
              <a:rPr lang="th-TH" sz="2400" dirty="0"/>
              <a:t>- ขายสินค้าออนไลน์บนอินเทอร์เน็ต</a:t>
            </a:r>
            <a:endParaRPr lang="th-TH" sz="24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8" name="ตัวแทนหมายเลขสไลด์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th-TH" smtClean="0">
                <a:latin typeface="Leelawadee" panose="020B0502040204020203" pitchFamily="34" charset="-34"/>
                <a:cs typeface="Leelawadee" panose="020B0502040204020203" pitchFamily="34" charset="-34"/>
              </a:rPr>
              <a:pPr rtl="0"/>
              <a:t>5</a:t>
            </a:fld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07023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ตัวแทนรูปภาพ 31" descr="การตบมือ">
            <a:extLst>
              <a:ext uri="{FF2B5EF4-FFF2-40B4-BE49-F238E27FC236}">
                <a16:creationId xmlns:a16="http://schemas.microsoft.com/office/drawing/2014/main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ชื่อเรื่อง 13">
            <a:extLst>
              <a:ext uri="{FF2B5EF4-FFF2-40B4-BE49-F238E27FC236}">
                <a16:creationId xmlns:a16="http://schemas.microsoft.com/office/drawing/2014/main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h-TH">
                <a:latin typeface="Leelawadee" panose="020B0502040204020203" pitchFamily="34" charset="-34"/>
                <a:cs typeface="Leelawadee" panose="020B0502040204020203" pitchFamily="34" charset="-34"/>
              </a:rPr>
              <a:t>ขอบคุณ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60828E04-9C2A-4859-8050-C2DF67A249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th-TH" dirty="0">
                <a:latin typeface="Leelawadee" panose="020B0502040204020203" pitchFamily="34" charset="-34"/>
                <a:cs typeface="Leelawadee" panose="020B0502040204020203" pitchFamily="34" charset="-34"/>
              </a:rPr>
              <a:t>พระเอกกฤต เมืองจันทร์</a:t>
            </a:r>
          </a:p>
        </p:txBody>
      </p:sp>
      <p:pic>
        <p:nvPicPr>
          <p:cNvPr id="8" name="กราฟิก 7" descr="ผู้ใช้" title="ไอคอน - ชื่อผู้นำเสนอ">
            <a:extLst>
              <a:ext uri="{FF2B5EF4-FFF2-40B4-BE49-F238E27FC236}">
                <a16:creationId xmlns:a16="http://schemas.microsoft.com/office/drawing/2014/main" id="{111541C4-DB03-4E53-994D-499C7D73C4D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85495" y="4006655"/>
            <a:ext cx="218900" cy="218900"/>
          </a:xfrm>
          <a:prstGeom prst="rect">
            <a:avLst/>
          </a:prstGeom>
        </p:spPr>
      </p:pic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11265965-2271-4C1C-BD0A-6F85F80FF9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th-TH" dirty="0"/>
              <a:t>สามเณรนนทวัฒน์ แหล่</a:t>
            </a:r>
            <a:r>
              <a:rPr lang="th-TH" dirty="0" err="1"/>
              <a:t>พั่ว</a:t>
            </a:r>
            <a:endParaRPr lang="th-TH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2" name="ตัวแทนหมายเลขสไลด์ 11">
            <a:extLst>
              <a:ext uri="{FF2B5EF4-FFF2-40B4-BE49-F238E27FC236}">
                <a16:creationId xmlns:a16="http://schemas.microsoft.com/office/drawing/2014/main" id="{91814EC9-246A-4C6E-941E-5774FE72F0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th-TH" smtClean="0">
                <a:latin typeface="Leelawadee" panose="020B0502040204020203" pitchFamily="34" charset="-34"/>
                <a:cs typeface="Leelawadee" panose="020B0502040204020203" pitchFamily="34" charset="-34"/>
              </a:rPr>
              <a:pPr rtl="0"/>
              <a:t>6</a:t>
            </a:fld>
            <a:endParaRPr lang="th-TH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17" name="กราฟิก 16" descr="ผู้ใช้" title="ไอคอน - ชื่อผู้นำเสนอ">
            <a:extLst>
              <a:ext uri="{FF2B5EF4-FFF2-40B4-BE49-F238E27FC236}">
                <a16:creationId xmlns:a16="http://schemas.microsoft.com/office/drawing/2014/main" id="{5C531844-40CA-4857-B995-2C32FDF0ABA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79278" y="4355672"/>
            <a:ext cx="218900" cy="21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6846_TF16411250.potx" id="{68C6A3E0-60E6-4E7C-BC2B-A48E8436D582}" vid="{112F5B3E-CA2B-48AB-A4FA-DEFE855F3EE2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B64A4C9D-F801-4923-BC6D-E0006F5123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2218FC-8412-44B9-9E82-D51F1F531141}">
  <ds:schemaRefs>
    <ds:schemaRef ds:uri="http://purl.org/dc/elements/1.1/"/>
    <ds:schemaRef ds:uri="http://schemas.microsoft.com/sharepoint/v3"/>
    <ds:schemaRef ds:uri="http://schemas.microsoft.com/office/2006/documentManagement/types"/>
    <ds:schemaRef ds:uri="fb0879af-3eba-417a-a55a-ffe6dcd6ca77"/>
    <ds:schemaRef ds:uri="http://schemas.microsoft.com/office/2006/metadata/properties"/>
    <ds:schemaRef ds:uri="http://schemas.microsoft.com/office/infopath/2007/PartnerControls"/>
    <ds:schemaRef ds:uri="6dc4bcd6-49db-4c07-9060-8acfc67cef9f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งานนำเสนอทางธุรกิจที่สว่างสดใส</Template>
  <TotalTime>15</TotalTime>
  <Words>461</Words>
  <Application>Microsoft Office PowerPoint</Application>
  <PresentationFormat>แบบจอกว้าง</PresentationFormat>
  <Paragraphs>29</Paragraphs>
  <Slides>6</Slides>
  <Notes>6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6</vt:i4>
      </vt:variant>
    </vt:vector>
  </HeadingPairs>
  <TitlesOfParts>
    <vt:vector size="10" baseType="lpstr">
      <vt:lpstr>Arial</vt:lpstr>
      <vt:lpstr>Leelawadee</vt:lpstr>
      <vt:lpstr>TH SarabunPSK</vt:lpstr>
      <vt:lpstr>ธีมของ Office</vt:lpstr>
      <vt:lpstr>ระบบซื้อ – ขายสินค้าออนไลน์บนอินเทอร์เน็ต</vt:lpstr>
      <vt:lpstr>ความเป็นมาและความสำคัญของปัญหา</vt:lpstr>
      <vt:lpstr>ความเป็นมาและความสำคัญของปัญหา</vt:lpstr>
      <vt:lpstr>วัตถุประสงค์ของโครงการ</vt:lpstr>
      <vt:lpstr>ประโยชน์ที่คาดว่าจะได้รับ</vt:lpstr>
      <vt:lpstr>ขอบคุณ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ระบบซื้อ – ขายสินค้าออนไลน์บนอินเทอร์เน็ต</dc:title>
  <dc:creator>PC-003</dc:creator>
  <cp:lastModifiedBy>PC-003</cp:lastModifiedBy>
  <cp:revision>1</cp:revision>
  <dcterms:created xsi:type="dcterms:W3CDTF">2021-10-14T11:58:28Z</dcterms:created>
  <dcterms:modified xsi:type="dcterms:W3CDTF">2021-10-14T12:13:39Z</dcterms:modified>
</cp:coreProperties>
</file>